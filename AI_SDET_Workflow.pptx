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0E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spc="400" kern="0" dirty="0">
                <a:solidFill>
                  <a:srgbClr val="F0EEE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SDET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11480" y="8686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88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Cypress Test Pipeline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943600" y="50292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F0E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Story</a:t>
            </a:r>
            <a:pPr algn="r" indent="0" marL="0">
              <a:buNone/>
            </a:pPr>
            <a:r>
              <a:rPr lang="en-US" sz="1300" dirty="0">
                <a:solidFill>
                  <a:srgbClr val="888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</a:t>
            </a:r>
            <a:pPr algn="r" indent="0" marL="0">
              <a:buNone/>
            </a:pPr>
            <a:r>
              <a:rPr lang="en-US" sz="1300" b="1" dirty="0">
                <a:solidFill>
                  <a:srgbClr val="E8C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Generates</a:t>
            </a:r>
            <a:pPr algn="r" indent="0" marL="0">
              <a:buNone/>
            </a:pPr>
            <a:r>
              <a:rPr lang="en-US" sz="1300" dirty="0">
                <a:solidFill>
                  <a:srgbClr val="888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</a:t>
            </a:r>
            <a:pPr algn="r" indent="0" marL="0">
              <a:buNone/>
            </a:pPr>
            <a:r>
              <a:rPr lang="en-US" sz="1300" dirty="0">
                <a:solidFill>
                  <a:srgbClr val="F0E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Cypress Runs</a:t>
            </a:r>
            <a:pPr algn="r" indent="0" marL="0">
              <a:buNone/>
            </a:pPr>
            <a:r>
              <a:rPr lang="en-US" sz="1300" dirty="0">
                <a:solidFill>
                  <a:srgbClr val="888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</a:t>
            </a:r>
            <a:pPr algn="r" indent="0" marL="0">
              <a:buNone/>
            </a:pPr>
            <a:r>
              <a:rPr lang="en-US" sz="1300" b="1" dirty="0">
                <a:solidFill>
                  <a:srgbClr val="4CA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Self-Heals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1480" y="1325880"/>
            <a:ext cx="11384280" cy="10973"/>
          </a:xfrm>
          <a:prstGeom prst="rect">
            <a:avLst/>
          </a:prstGeom>
          <a:solidFill>
            <a:srgbClr val="2A2A2D"/>
          </a:solidFill>
          <a:ln w="12700">
            <a:solidFill>
              <a:srgbClr val="2A2A2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691640"/>
            <a:ext cx="1920240" cy="2697480"/>
          </a:xfrm>
          <a:prstGeom prst="rect">
            <a:avLst/>
          </a:prstGeom>
          <a:solidFill>
            <a:srgbClr val="1C1C1F"/>
          </a:solidFill>
          <a:ln w="9525">
            <a:solidFill>
              <a:srgbClr val="2A2A2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691640"/>
            <a:ext cx="1920240" cy="54864"/>
          </a:xfrm>
          <a:prstGeom prst="rect">
            <a:avLst/>
          </a:prstGeom>
          <a:solidFill>
            <a:srgbClr val="888580"/>
          </a:solidFill>
          <a:ln w="12700">
            <a:solidFill>
              <a:srgbClr val="8885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76072" y="185623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885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76072" y="2103120"/>
            <a:ext cx="1591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F0EEE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INPUTS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76072" y="2532888"/>
            <a:ext cx="365760" cy="16459"/>
          </a:xfrm>
          <a:prstGeom prst="rect">
            <a:avLst/>
          </a:prstGeom>
          <a:solidFill>
            <a:srgbClr val="888580"/>
          </a:solidFill>
          <a:ln w="12700">
            <a:solidFill>
              <a:srgbClr val="88858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76072" y="2697480"/>
            <a:ext cx="15910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88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STORY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76072" y="2889504"/>
            <a:ext cx="1591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E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USER_STORY env var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76072" y="3200400"/>
            <a:ext cx="15910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88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76072" y="3392424"/>
            <a:ext cx="1591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E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prompts/generate_test.txt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76072" y="3703320"/>
            <a:ext cx="15910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88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 SNAPSHOT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76072" y="3895344"/>
            <a:ext cx="1591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E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prior run (optional)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423160" y="2875788"/>
            <a:ext cx="274320" cy="329184"/>
          </a:xfrm>
          <a:prstGeom prst="rightArrow">
            <a:avLst/>
          </a:prstGeom>
          <a:solidFill>
            <a:srgbClr val="E8C547"/>
          </a:solidFill>
          <a:ln w="12700">
            <a:solidFill>
              <a:srgbClr val="E8C54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88920" y="1691640"/>
            <a:ext cx="1920240" cy="2697480"/>
          </a:xfrm>
          <a:prstGeom prst="rect">
            <a:avLst/>
          </a:prstGeom>
          <a:solidFill>
            <a:srgbClr val="1C1C1F"/>
          </a:solidFill>
          <a:ln w="9525">
            <a:solidFill>
              <a:srgbClr val="2A2A2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88920" y="1691640"/>
            <a:ext cx="1920240" cy="54864"/>
          </a:xfrm>
          <a:prstGeom prst="rect">
            <a:avLst/>
          </a:prstGeom>
          <a:solidFill>
            <a:srgbClr val="E8C547"/>
          </a:solidFill>
          <a:ln w="12700">
            <a:solidFill>
              <a:srgbClr val="E8C54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53512" y="185623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C5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953512" y="2103120"/>
            <a:ext cx="1591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F0EEE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GENERATE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2953512" y="2532888"/>
            <a:ext cx="365760" cy="16459"/>
          </a:xfrm>
          <a:prstGeom prst="rect">
            <a:avLst/>
          </a:prstGeom>
          <a:solidFill>
            <a:srgbClr val="E8C547"/>
          </a:solidFill>
          <a:ln w="12700">
            <a:solidFill>
              <a:srgbClr val="E8C54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953512" y="2697480"/>
            <a:ext cx="15910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88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953512" y="2889504"/>
            <a:ext cx="1591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E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createReactAgent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953512" y="3200400"/>
            <a:ext cx="15910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88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953512" y="3392424"/>
            <a:ext cx="1591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E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GPT-4o-mini @ 0.2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953512" y="3703320"/>
            <a:ext cx="15910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88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953512" y="3895344"/>
            <a:ext cx="1591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E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{ files: [...] }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800600" y="2875788"/>
            <a:ext cx="274320" cy="329184"/>
          </a:xfrm>
          <a:prstGeom prst="rightArrow">
            <a:avLst/>
          </a:prstGeom>
          <a:solidFill>
            <a:srgbClr val="E8C547"/>
          </a:solidFill>
          <a:ln w="12700">
            <a:solidFill>
              <a:srgbClr val="E8C54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166360" y="1691640"/>
            <a:ext cx="1920240" cy="2697480"/>
          </a:xfrm>
          <a:prstGeom prst="rect">
            <a:avLst/>
          </a:prstGeom>
          <a:solidFill>
            <a:srgbClr val="1C1C1F"/>
          </a:solidFill>
          <a:ln w="9525">
            <a:solidFill>
              <a:srgbClr val="2A2A2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166360" y="1691640"/>
            <a:ext cx="1920240" cy="54864"/>
          </a:xfrm>
          <a:prstGeom prst="rect">
            <a:avLst/>
          </a:prstGeom>
          <a:solidFill>
            <a:srgbClr val="5B8DE0"/>
          </a:solidFill>
          <a:ln w="12700">
            <a:solidFill>
              <a:srgbClr val="5B8DE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330952" y="185623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8D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330952" y="2103120"/>
            <a:ext cx="1591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F0EEE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WRITE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5330952" y="2532888"/>
            <a:ext cx="365760" cy="16459"/>
          </a:xfrm>
          <a:prstGeom prst="rect">
            <a:avLst/>
          </a:prstGeom>
          <a:solidFill>
            <a:srgbClr val="5B8DE0"/>
          </a:solidFill>
          <a:ln w="12700">
            <a:solidFill>
              <a:srgbClr val="5B8DE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330952" y="2697480"/>
            <a:ext cx="15910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88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POM CLASS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330952" y="2889504"/>
            <a:ext cx="1591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E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cypress/support/pages/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330952" y="3200400"/>
            <a:ext cx="15910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88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 FILE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330952" y="3392424"/>
            <a:ext cx="1591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E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cypress/e2e/*.cy.js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330952" y="3703320"/>
            <a:ext cx="15910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88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330952" y="3895344"/>
            <a:ext cx="1591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E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schema + paths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7178040" y="2875788"/>
            <a:ext cx="274320" cy="329184"/>
          </a:xfrm>
          <a:prstGeom prst="rightArrow">
            <a:avLst/>
          </a:prstGeom>
          <a:solidFill>
            <a:srgbClr val="E8C547"/>
          </a:solidFill>
          <a:ln w="12700">
            <a:solidFill>
              <a:srgbClr val="E8C547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543800" y="1691640"/>
            <a:ext cx="1920240" cy="2697480"/>
          </a:xfrm>
          <a:prstGeom prst="rect">
            <a:avLst/>
          </a:prstGeom>
          <a:solidFill>
            <a:srgbClr val="1C1C1F"/>
          </a:solidFill>
          <a:ln w="9525">
            <a:solidFill>
              <a:srgbClr val="2A2A2D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543800" y="1691640"/>
            <a:ext cx="1920240" cy="54864"/>
          </a:xfrm>
          <a:prstGeom prst="rect">
            <a:avLst/>
          </a:prstGeom>
          <a:solidFill>
            <a:srgbClr val="5BC0DE"/>
          </a:solidFill>
          <a:ln w="12700">
            <a:solidFill>
              <a:srgbClr val="5BC0D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708392" y="185623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C0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7708392" y="2103120"/>
            <a:ext cx="1591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F0EEE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RUN</a:t>
            </a:r>
            <a:endParaRPr lang="en-US" sz="1800" dirty="0"/>
          </a:p>
        </p:txBody>
      </p:sp>
      <p:sp>
        <p:nvSpPr>
          <p:cNvPr id="46" name="Shape 44"/>
          <p:cNvSpPr/>
          <p:nvPr/>
        </p:nvSpPr>
        <p:spPr>
          <a:xfrm>
            <a:off x="7708392" y="2532888"/>
            <a:ext cx="365760" cy="16459"/>
          </a:xfrm>
          <a:prstGeom prst="rect">
            <a:avLst/>
          </a:prstGeom>
          <a:solidFill>
            <a:srgbClr val="5BC0DE"/>
          </a:solidFill>
          <a:ln w="12700">
            <a:solidFill>
              <a:srgbClr val="5BC0D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708392" y="2697480"/>
            <a:ext cx="15910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88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RUNNER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7708392" y="2889504"/>
            <a:ext cx="1591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E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tools/cypress_runner.js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7708392" y="3200400"/>
            <a:ext cx="15910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88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7708392" y="3392424"/>
            <a:ext cx="1591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E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localhost:8080/eclat-shop.html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7708392" y="3703320"/>
            <a:ext cx="15910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88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7708392" y="3895344"/>
            <a:ext cx="1591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E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stream + full log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9555480" y="2875788"/>
            <a:ext cx="274320" cy="329184"/>
          </a:xfrm>
          <a:prstGeom prst="rightArrow">
            <a:avLst/>
          </a:prstGeom>
          <a:solidFill>
            <a:srgbClr val="E8C547"/>
          </a:solidFill>
          <a:ln w="12700">
            <a:solidFill>
              <a:srgbClr val="E8C547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9921240" y="1691640"/>
            <a:ext cx="1920240" cy="2697480"/>
          </a:xfrm>
          <a:prstGeom prst="rect">
            <a:avLst/>
          </a:prstGeom>
          <a:solidFill>
            <a:srgbClr val="1C1C1F"/>
          </a:solidFill>
          <a:ln w="9525">
            <a:solidFill>
              <a:srgbClr val="2A2A2D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9921240" y="1691640"/>
            <a:ext cx="1920240" cy="54864"/>
          </a:xfrm>
          <a:prstGeom prst="rect">
            <a:avLst/>
          </a:prstGeom>
          <a:solidFill>
            <a:srgbClr val="4CAF82"/>
          </a:solidFill>
          <a:ln w="12700">
            <a:solidFill>
              <a:srgbClr val="4CAF82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0085832" y="185623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CAF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10085832" y="2103120"/>
            <a:ext cx="1591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F0EEE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RESULT</a:t>
            </a:r>
            <a:endParaRPr lang="en-US" sz="1800" dirty="0"/>
          </a:p>
        </p:txBody>
      </p:sp>
      <p:sp>
        <p:nvSpPr>
          <p:cNvPr id="58" name="Shape 56"/>
          <p:cNvSpPr/>
          <p:nvPr/>
        </p:nvSpPr>
        <p:spPr>
          <a:xfrm>
            <a:off x="10085832" y="2532888"/>
            <a:ext cx="365760" cy="16459"/>
          </a:xfrm>
          <a:prstGeom prst="rect">
            <a:avLst/>
          </a:prstGeom>
          <a:solidFill>
            <a:srgbClr val="4CAF82"/>
          </a:solidFill>
          <a:ln w="12700">
            <a:solidFill>
              <a:srgbClr val="4CAF82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10085832" y="2697480"/>
            <a:ext cx="15910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88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PASS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10085832" y="2889504"/>
            <a:ext cx="1591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E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0 — done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10085832" y="3200400"/>
            <a:ext cx="15910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88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FAIL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10085832" y="3392424"/>
            <a:ext cx="1591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E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cypress-failure.log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10085832" y="3703320"/>
            <a:ext cx="15910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88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CLASSIFIED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10085832" y="3895344"/>
            <a:ext cx="1591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E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context.json (type)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8503920" y="4389120"/>
            <a:ext cx="0" cy="685800"/>
          </a:xfrm>
          <a:prstGeom prst="line">
            <a:avLst/>
          </a:prstGeom>
          <a:noFill/>
          <a:ln w="28575">
            <a:solidFill>
              <a:srgbClr val="4CAF82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1371600" y="5074920"/>
            <a:ext cx="7132320" cy="0"/>
          </a:xfrm>
          <a:prstGeom prst="line">
            <a:avLst/>
          </a:prstGeom>
          <a:noFill/>
          <a:ln w="28575">
            <a:solidFill>
              <a:srgbClr val="4CAF82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1371600" y="4754880"/>
            <a:ext cx="0" cy="320040"/>
          </a:xfrm>
          <a:prstGeom prst="line">
            <a:avLst/>
          </a:prstGeom>
          <a:noFill/>
          <a:ln w="28575">
            <a:solidFill>
              <a:srgbClr val="4CAF82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1252728" y="4425696"/>
            <a:ext cx="237744" cy="365760"/>
          </a:xfrm>
          <a:prstGeom prst="upArrow">
            <a:avLst/>
          </a:prstGeom>
          <a:solidFill>
            <a:srgbClr val="4CAF82"/>
          </a:solidFill>
          <a:ln w="12700">
            <a:solidFill>
              <a:srgbClr val="4CAF82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1097280" y="51480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CA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cy.captureDom('homepage')  ·  afterEach hook  →  feeds next generation</a:t>
            </a:r>
            <a:endParaRPr lang="en-US" sz="1100" dirty="0"/>
          </a:p>
        </p:txBody>
      </p:sp>
      <p:sp>
        <p:nvSpPr>
          <p:cNvPr id="70" name="Shape 68"/>
          <p:cNvSpPr/>
          <p:nvPr/>
        </p:nvSpPr>
        <p:spPr>
          <a:xfrm>
            <a:off x="10881360" y="1463040"/>
            <a:ext cx="0" cy="228600"/>
          </a:xfrm>
          <a:prstGeom prst="line">
            <a:avLst/>
          </a:prstGeom>
          <a:noFill/>
          <a:ln w="25400">
            <a:solidFill>
              <a:srgbClr val="E05B3A"/>
            </a:solidFill>
            <a:prstDash val="dash"/>
          </a:ln>
        </p:spPr>
      </p:sp>
      <p:sp>
        <p:nvSpPr>
          <p:cNvPr id="71" name="Shape 69"/>
          <p:cNvSpPr/>
          <p:nvPr/>
        </p:nvSpPr>
        <p:spPr>
          <a:xfrm>
            <a:off x="3749040" y="1463040"/>
            <a:ext cx="7132320" cy="0"/>
          </a:xfrm>
          <a:prstGeom prst="line">
            <a:avLst/>
          </a:prstGeom>
          <a:noFill/>
          <a:ln w="25400">
            <a:solidFill>
              <a:srgbClr val="E05B3A"/>
            </a:solidFill>
            <a:prstDash val="dash"/>
          </a:ln>
        </p:spPr>
      </p:sp>
      <p:sp>
        <p:nvSpPr>
          <p:cNvPr id="72" name="Shape 70"/>
          <p:cNvSpPr/>
          <p:nvPr/>
        </p:nvSpPr>
        <p:spPr>
          <a:xfrm>
            <a:off x="3749040" y="1463040"/>
            <a:ext cx="0" cy="-137160"/>
          </a:xfrm>
          <a:prstGeom prst="line">
            <a:avLst/>
          </a:prstGeom>
          <a:noFill/>
          <a:ln w="25400">
            <a:solidFill>
              <a:srgbClr val="E05B3A"/>
            </a:solidFill>
            <a:prstDash val="dash"/>
          </a:ln>
        </p:spPr>
      </p:sp>
      <p:sp>
        <p:nvSpPr>
          <p:cNvPr id="73" name="Shape 71"/>
          <p:cNvSpPr/>
          <p:nvPr/>
        </p:nvSpPr>
        <p:spPr>
          <a:xfrm>
            <a:off x="3630168" y="1325880"/>
            <a:ext cx="237744" cy="365760"/>
          </a:xfrm>
          <a:prstGeom prst="downArrow">
            <a:avLst/>
          </a:prstGeom>
          <a:solidFill>
            <a:srgbClr val="E05B3A"/>
          </a:solidFill>
          <a:ln w="12700">
            <a:solidFill>
              <a:srgbClr val="E05B3A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3291840" y="1152144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5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FUTURE: self-heal loop  ·  failure log + DOM  →  Test Fixer Agent  →  re-generate</a:t>
            </a:r>
            <a:endParaRPr lang="en-US" sz="1100" dirty="0"/>
          </a:p>
        </p:txBody>
      </p:sp>
      <p:sp>
        <p:nvSpPr>
          <p:cNvPr id="75" name="Shape 73"/>
          <p:cNvSpPr/>
          <p:nvPr/>
        </p:nvSpPr>
        <p:spPr>
          <a:xfrm>
            <a:off x="411480" y="5989320"/>
            <a:ext cx="882396" cy="292608"/>
          </a:xfrm>
          <a:prstGeom prst="roundRect">
            <a:avLst>
              <a:gd name="adj" fmla="val 18750"/>
            </a:avLst>
          </a:prstGeom>
          <a:solidFill>
            <a:srgbClr val="16161A"/>
          </a:solidFill>
          <a:ln w="9525">
            <a:solidFill>
              <a:srgbClr val="9B7BD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411480" y="5989320"/>
            <a:ext cx="8823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B7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</a:t>
            </a:r>
            <a:endParaRPr lang="en-US" sz="1000" dirty="0"/>
          </a:p>
        </p:txBody>
      </p:sp>
      <p:sp>
        <p:nvSpPr>
          <p:cNvPr id="77" name="Shape 75"/>
          <p:cNvSpPr/>
          <p:nvPr/>
        </p:nvSpPr>
        <p:spPr>
          <a:xfrm>
            <a:off x="1403604" y="5989320"/>
            <a:ext cx="1504188" cy="292608"/>
          </a:xfrm>
          <a:prstGeom prst="roundRect">
            <a:avLst>
              <a:gd name="adj" fmla="val 18750"/>
            </a:avLst>
          </a:prstGeom>
          <a:solidFill>
            <a:srgbClr val="16161A"/>
          </a:solidFill>
          <a:ln w="9525">
            <a:solidFill>
              <a:srgbClr val="9B7BD0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1403604" y="5989320"/>
            <a:ext cx="15041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B7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@langchain/openai</a:t>
            </a:r>
            <a:endParaRPr lang="en-US" sz="1000" dirty="0"/>
          </a:p>
        </p:txBody>
      </p:sp>
      <p:sp>
        <p:nvSpPr>
          <p:cNvPr id="79" name="Shape 77"/>
          <p:cNvSpPr/>
          <p:nvPr/>
        </p:nvSpPr>
        <p:spPr>
          <a:xfrm>
            <a:off x="3017520" y="5989320"/>
            <a:ext cx="1037844" cy="292608"/>
          </a:xfrm>
          <a:prstGeom prst="roundRect">
            <a:avLst>
              <a:gd name="adj" fmla="val 18750"/>
            </a:avLst>
          </a:prstGeom>
          <a:solidFill>
            <a:srgbClr val="16161A"/>
          </a:solidFill>
          <a:ln w="9525">
            <a:solidFill>
              <a:srgbClr val="E8C547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3017520" y="5989320"/>
            <a:ext cx="10378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C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GPT-4o-mini</a:t>
            </a:r>
            <a:endParaRPr lang="en-US" sz="1000" dirty="0"/>
          </a:p>
        </p:txBody>
      </p:sp>
      <p:sp>
        <p:nvSpPr>
          <p:cNvPr id="81" name="Shape 79"/>
          <p:cNvSpPr/>
          <p:nvPr/>
        </p:nvSpPr>
        <p:spPr>
          <a:xfrm>
            <a:off x="4165092" y="5989320"/>
            <a:ext cx="960120" cy="292608"/>
          </a:xfrm>
          <a:prstGeom prst="roundRect">
            <a:avLst>
              <a:gd name="adj" fmla="val 18750"/>
            </a:avLst>
          </a:prstGeom>
          <a:solidFill>
            <a:srgbClr val="16161A"/>
          </a:solidFill>
          <a:ln w="9525">
            <a:solidFill>
              <a:srgbClr val="5BC0DE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4165092" y="5989320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C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Cypress 15</a:t>
            </a:r>
            <a:endParaRPr lang="en-US" sz="1000" dirty="0"/>
          </a:p>
        </p:txBody>
      </p:sp>
      <p:sp>
        <p:nvSpPr>
          <p:cNvPr id="83" name="Shape 81"/>
          <p:cNvSpPr/>
          <p:nvPr/>
        </p:nvSpPr>
        <p:spPr>
          <a:xfrm>
            <a:off x="5234940" y="5989320"/>
            <a:ext cx="1193292" cy="292608"/>
          </a:xfrm>
          <a:prstGeom prst="roundRect">
            <a:avLst>
              <a:gd name="adj" fmla="val 18750"/>
            </a:avLst>
          </a:prstGeom>
          <a:solidFill>
            <a:srgbClr val="16161A"/>
          </a:solidFill>
          <a:ln w="9525">
            <a:solidFill>
              <a:srgbClr val="5B8DE0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5234940" y="5989320"/>
            <a:ext cx="11932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8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22 / ESM</a:t>
            </a:r>
            <a:endParaRPr lang="en-US" sz="1000" dirty="0"/>
          </a:p>
        </p:txBody>
      </p:sp>
      <p:sp>
        <p:nvSpPr>
          <p:cNvPr id="85" name="Shape 83"/>
          <p:cNvSpPr/>
          <p:nvPr/>
        </p:nvSpPr>
        <p:spPr>
          <a:xfrm>
            <a:off x="6537960" y="5989320"/>
            <a:ext cx="649224" cy="292608"/>
          </a:xfrm>
          <a:prstGeom prst="roundRect">
            <a:avLst>
              <a:gd name="adj" fmla="val 18750"/>
            </a:avLst>
          </a:prstGeom>
          <a:solidFill>
            <a:srgbClr val="16161A"/>
          </a:solidFill>
          <a:ln w="9525">
            <a:solidFill>
              <a:srgbClr val="888580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6537960" y="5989320"/>
            <a:ext cx="649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dotenv</a:t>
            </a:r>
            <a:endParaRPr lang="en-US" sz="1000" dirty="0"/>
          </a:p>
        </p:txBody>
      </p:sp>
      <p:sp>
        <p:nvSpPr>
          <p:cNvPr id="87" name="Shape 85"/>
          <p:cNvSpPr/>
          <p:nvPr/>
        </p:nvSpPr>
        <p:spPr>
          <a:xfrm>
            <a:off x="8028432" y="5879592"/>
            <a:ext cx="3749040" cy="502920"/>
          </a:xfrm>
          <a:prstGeom prst="roundRect">
            <a:avLst>
              <a:gd name="adj" fmla="val 14545"/>
            </a:avLst>
          </a:prstGeom>
          <a:solidFill>
            <a:srgbClr val="16161A"/>
          </a:solidFill>
          <a:ln w="12700">
            <a:solidFill>
              <a:srgbClr val="5BC0DE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8193024" y="5879592"/>
            <a:ext cx="3419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5BC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   </a:t>
            </a:r>
            <a:pPr indent="0" marL="0">
              <a:buNone/>
            </a:pPr>
            <a:r>
              <a:rPr lang="en-US" sz="1000" dirty="0">
                <a:solidFill>
                  <a:srgbClr val="F0E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LLM call traced in LangSmith — prompt, output, latency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SDET — Workflow</dc:title>
  <dc:subject>PptxGenJS Presentation</dc:subject>
  <dc:creator>AI SDET</dc:creator>
  <cp:lastModifiedBy>AI SDET</cp:lastModifiedBy>
  <cp:revision>1</cp:revision>
  <dcterms:created xsi:type="dcterms:W3CDTF">2026-04-22T03:03:34Z</dcterms:created>
  <dcterms:modified xsi:type="dcterms:W3CDTF">2026-04-22T03:03:34Z</dcterms:modified>
</cp:coreProperties>
</file>